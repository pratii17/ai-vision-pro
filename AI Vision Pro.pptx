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507"/>
            <a:ext cx="10566400" cy="4424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507"/>
            <a:ext cx="10566400" cy="4424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79373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 presentation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667000"/>
            <a:ext cx="10883392" cy="919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40"/>
              </a:lnSpc>
              <a:buNone/>
            </a:pPr>
            <a:r>
              <a:rPr lang="en-US" sz="6400" b="1" i="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Vision Pro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812800" y="3764227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A5B4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Text-to-image generation in a single HTML file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4358548"/>
            <a:ext cx="10883392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Presented by Pratibha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2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71307"/>
            <a:ext cx="10883392" cy="751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web app that turns a text prompt and a chosen style into an AI-generated image in seconds.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12800" y="2753320"/>
            <a:ext cx="3386667" cy="1356320"/>
          </a:xfrm>
          <a:prstGeom prst="roundRect">
            <a:avLst>
              <a:gd name="adj" fmla="val 749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3007320"/>
            <a:ext cx="296502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file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6800" y="3357828"/>
            <a:ext cx="2965027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HTML, CSS and JavaScript together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02667" y="2753320"/>
            <a:ext cx="3386667" cy="1356320"/>
          </a:xfrm>
          <a:prstGeom prst="roundRect">
            <a:avLst>
              <a:gd name="adj" fmla="val 7491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656667" y="3007320"/>
            <a:ext cx="296502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7C3AE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API key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56667" y="3357828"/>
            <a:ext cx="2965027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Images come from Pollinations AI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92534" y="2753320"/>
            <a:ext cx="3386667" cy="1356320"/>
          </a:xfrm>
          <a:prstGeom prst="roundRect">
            <a:avLst>
              <a:gd name="adj" fmla="val 7491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8246534" y="3007320"/>
            <a:ext cx="296502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Responsive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46534" y="3357828"/>
            <a:ext cx="2965027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Works on desktop and mobile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11002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Vision Pro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71307"/>
            <a:ext cx="3386667" cy="1356320"/>
          </a:xfrm>
          <a:prstGeom prst="roundRect">
            <a:avLst>
              <a:gd name="adj" fmla="val 7491"/>
            </a:avLst>
          </a:prstGeom>
          <a:solidFill>
            <a:srgbClr val="1E1B4B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925307"/>
            <a:ext cx="296502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Five styles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800" y="2275815"/>
            <a:ext cx="2965027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Realistic, Anime, 3D Render, Cartoon, Fantasy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02667" y="1671307"/>
            <a:ext cx="3386667" cy="1356320"/>
          </a:xfrm>
          <a:prstGeom prst="roundRect">
            <a:avLst>
              <a:gd name="adj" fmla="val 7491"/>
            </a:avLst>
          </a:prstGeom>
          <a:solidFill>
            <a:srgbClr val="1E1B4B"/>
          </a:solidFill>
          <a:ln/>
        </p:spPr>
      </p:sp>
      <p:sp>
        <p:nvSpPr>
          <p:cNvPr id="7" name="Text 5"/>
          <p:cNvSpPr/>
          <p:nvPr/>
        </p:nvSpPr>
        <p:spPr>
          <a:xfrm>
            <a:off x="4656667" y="1925307"/>
            <a:ext cx="296502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Quick prompts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56667" y="2275815"/>
            <a:ext cx="2965027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Chips and a Random button fill the input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92534" y="1671307"/>
            <a:ext cx="3386667" cy="1356320"/>
          </a:xfrm>
          <a:prstGeom prst="roundRect">
            <a:avLst>
              <a:gd name="adj" fmla="val 7491"/>
            </a:avLst>
          </a:prstGeom>
          <a:solidFill>
            <a:srgbClr val="1E1B4B"/>
          </a:solidFill>
          <a:ln/>
        </p:spPr>
      </p:sp>
      <p:sp>
        <p:nvSpPr>
          <p:cNvPr id="10" name="Text 8"/>
          <p:cNvSpPr/>
          <p:nvPr/>
        </p:nvSpPr>
        <p:spPr>
          <a:xfrm>
            <a:off x="8246534" y="1925307"/>
            <a:ext cx="296502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Gallery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46534" y="2275815"/>
            <a:ext cx="2965027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New images appear at the top of a grid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2800" y="3230828"/>
            <a:ext cx="3386667" cy="1356320"/>
          </a:xfrm>
          <a:prstGeom prst="roundRect">
            <a:avLst>
              <a:gd name="adj" fmla="val 7491"/>
            </a:avLst>
          </a:prstGeom>
          <a:solidFill>
            <a:srgbClr val="1E1B4B"/>
          </a:solidFill>
          <a:ln/>
        </p:spPr>
      </p:sp>
      <p:sp>
        <p:nvSpPr>
          <p:cNvPr id="13" name="Text 11"/>
          <p:cNvSpPr/>
          <p:nvPr/>
        </p:nvSpPr>
        <p:spPr>
          <a:xfrm>
            <a:off x="1066800" y="3484828"/>
            <a:ext cx="296502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A78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Full-screen view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66800" y="3835335"/>
            <a:ext cx="2965027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Click any image to enlarge it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402667" y="3230828"/>
            <a:ext cx="3386667" cy="1356320"/>
          </a:xfrm>
          <a:prstGeom prst="roundRect">
            <a:avLst>
              <a:gd name="adj" fmla="val 7491"/>
            </a:avLst>
          </a:prstGeom>
          <a:solidFill>
            <a:srgbClr val="1E1B4B"/>
          </a:solidFill>
          <a:ln/>
        </p:spPr>
      </p:sp>
      <p:sp>
        <p:nvSpPr>
          <p:cNvPr id="16" name="Text 14"/>
          <p:cNvSpPr/>
          <p:nvPr/>
        </p:nvSpPr>
        <p:spPr>
          <a:xfrm>
            <a:off x="4656667" y="3484828"/>
            <a:ext cx="296502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A78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Copy and clear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56667" y="3835335"/>
            <a:ext cx="2965027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Copy the prompt or empty the gallery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992534" y="3230828"/>
            <a:ext cx="3386667" cy="1356320"/>
          </a:xfrm>
          <a:prstGeom prst="roundRect">
            <a:avLst>
              <a:gd name="adj" fmla="val 7491"/>
            </a:avLst>
          </a:prstGeom>
          <a:solidFill>
            <a:srgbClr val="1E1B4B"/>
          </a:solidFill>
          <a:ln/>
        </p:spPr>
      </p:sp>
      <p:sp>
        <p:nvSpPr>
          <p:cNvPr id="19" name="Text 17"/>
          <p:cNvSpPr/>
          <p:nvPr/>
        </p:nvSpPr>
        <p:spPr>
          <a:xfrm>
            <a:off x="8246534" y="3484828"/>
            <a:ext cx="296502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A78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Enter to generate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46534" y="3835335"/>
            <a:ext cx="2965027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Keyboard shortcut in the prompt box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80"/>
            <a:ext cx="11002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Vision Pro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Page layout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71307"/>
            <a:ext cx="3386667" cy="1854134"/>
          </a:xfrm>
          <a:prstGeom prst="roundRect">
            <a:avLst>
              <a:gd name="adj" fmla="val 5480"/>
            </a:avLst>
          </a:prstGeom>
          <a:solidFill>
            <a:srgbClr val="1E1B4B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925307"/>
            <a:ext cx="296502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Navbar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800" y="2275815"/>
            <a:ext cx="2965027" cy="1021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Logo on the left, links to Home, Gallery, Features and About on the right. The menu hides on small screens.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02667" y="1671307"/>
            <a:ext cx="3386667" cy="1854134"/>
          </a:xfrm>
          <a:prstGeom prst="roundRect">
            <a:avLst>
              <a:gd name="adj" fmla="val 5480"/>
            </a:avLst>
          </a:prstGeom>
          <a:solidFill>
            <a:srgbClr val="1E1B4B"/>
          </a:solidFill>
          <a:ln/>
        </p:spPr>
      </p:sp>
      <p:sp>
        <p:nvSpPr>
          <p:cNvPr id="7" name="Text 5"/>
          <p:cNvSpPr/>
          <p:nvPr/>
        </p:nvSpPr>
        <p:spPr>
          <a:xfrm>
            <a:off x="4656667" y="1925307"/>
            <a:ext cx="296502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Hero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56667" y="2275815"/>
            <a:ext cx="2965027" cy="77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large heading with the words AI Art highlighted in blue, plus a one-line tagline.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92534" y="1671307"/>
            <a:ext cx="3386667" cy="1854134"/>
          </a:xfrm>
          <a:prstGeom prst="roundRect">
            <a:avLst>
              <a:gd name="adj" fmla="val 5480"/>
            </a:avLst>
          </a:prstGeom>
          <a:solidFill>
            <a:srgbClr val="1E1B4B"/>
          </a:solidFill>
          <a:ln/>
        </p:spPr>
      </p:sp>
      <p:sp>
        <p:nvSpPr>
          <p:cNvPr id="10" name="Text 8"/>
          <p:cNvSpPr/>
          <p:nvPr/>
        </p:nvSpPr>
        <p:spPr>
          <a:xfrm>
            <a:off x="8246534" y="1925307"/>
            <a:ext cx="296502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A78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Main box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46534" y="2275815"/>
            <a:ext cx="2965027" cy="77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input, style dropdown, four action buttons, quick-pick chips, loader and the gallery.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11002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Vision Pro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2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Visual design with CSS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684009"/>
          <a:ext cx="10553700" cy="3009900"/>
        </p:xfrm>
        <a:graphic>
          <a:graphicData uri="http://schemas.openxmlformats.org/drawingml/2006/table">
            <a:tbl>
              <a:tblPr/>
              <a:tblGrid>
                <a:gridCol w="5276850"/>
                <a:gridCol w="5276850"/>
              </a:tblGrid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Technique</a:t>
                      </a:r>
                      <a:endParaRPr lang="en-US" sz="15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A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7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Effect in the app</a:t>
                      </a:r>
                      <a:endParaRPr lang="en-US" sz="15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A8A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A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A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7DE"/>
                    </a:solidFill>
                  </a:tcPr>
                </a:tc>
              </a:tr>
              <a:tr h="6794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Animated gradient</a:t>
                      </a:r>
                      <a:endParaRPr lang="en-US" sz="15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Background is 400% wide and shifts slowly with keyframes</a:t>
                      </a:r>
                      <a:endParaRPr lang="en-US" sz="15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A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Blurred blobs</a:t>
                      </a:r>
                      <a:endParaRPr lang="en-US" sz="15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Two fixed circles with a 120px blur add colored glow</a:t>
                      </a:r>
                      <a:endParaRPr lang="en-US" sz="15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94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Glassmorphism</a:t>
                      </a:r>
                      <a:endParaRPr lang="en-US" sz="15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Translucent box with backdrop blur looks like frosted glass</a:t>
                      </a:r>
                      <a:endParaRPr lang="en-US" sz="15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Hover lift</a:t>
                      </a:r>
                      <a:endParaRPr lang="en-US" sz="15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Buttons move up 3px with a smooth transition</a:t>
                      </a:r>
                      <a:endParaRPr lang="en-US" sz="15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Auto-fit grid</a:t>
                      </a:r>
                      <a:endParaRPr lang="en-US" sz="15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Cards wrap to the screen width, 280px minimum</a:t>
                      </a:r>
                      <a:endParaRPr lang="en-US" sz="15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38280"/>
            <a:ext cx="11002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Vision Pro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2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71309"/>
            <a:ext cx="2527300" cy="1991254"/>
          </a:xfrm>
          <a:prstGeom prst="roundRect">
            <a:avLst>
              <a:gd name="adj" fmla="val 5102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1041400" y="1899909"/>
            <a:ext cx="2132203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41400" y="2367229"/>
            <a:ext cx="2132203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Read input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41400" y="2687241"/>
            <a:ext cx="2132203" cy="77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and style, empty prompts rejected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92500" y="1671309"/>
            <a:ext cx="2527300" cy="1991254"/>
          </a:xfrm>
          <a:prstGeom prst="roundRect">
            <a:avLst>
              <a:gd name="adj" fmla="val 5102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3721100" y="1899909"/>
            <a:ext cx="2132203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721100" y="2367229"/>
            <a:ext cx="2132203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 URL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21100" y="2687241"/>
            <a:ext cx="2132203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Style plus prompt and a random seed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1671309"/>
            <a:ext cx="2527300" cy="1991254"/>
          </a:xfrm>
          <a:prstGeom prst="roundRect">
            <a:avLst>
              <a:gd name="adj" fmla="val 5102"/>
            </a:avLst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899909"/>
            <a:ext cx="2132203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00800" y="2367229"/>
            <a:ext cx="2132203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Load image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2687241"/>
            <a:ext cx="2132203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 Image object loads it with a spinner shown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851900" y="1671309"/>
            <a:ext cx="2527300" cy="1991254"/>
          </a:xfrm>
          <a:prstGeom prst="roundRect">
            <a:avLst>
              <a:gd name="adj" fmla="val 5102"/>
            </a:avLst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9080500" y="1899909"/>
            <a:ext cx="2132203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080500" y="2367229"/>
            <a:ext cx="2132203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 card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080500" y="2687241"/>
            <a:ext cx="2132203" cy="77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Image, Download button and prompt in the gallery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11002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Vision Pro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Inside generateImage()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71309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Validate:</a:t>
            </a:r>
            <a:r>
              <a:rPr lang="en-US" sz="16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trim the prompt and alert if it is empty.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2082735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Combine:</a:t>
            </a:r>
            <a:r>
              <a:rPr lang="en-US" sz="16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join style and prompt, for example Anime Robot samurai.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494161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Encode:</a:t>
            </a:r>
            <a:r>
              <a:rPr lang="en-US" sz="16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encodeURIComponent makes the text safe for a URL.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290559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Seed:</a:t>
            </a:r>
            <a:r>
              <a:rPr lang="en-US" sz="16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 random seed makes every result different.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3317016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Preload:</a:t>
            </a:r>
            <a:r>
              <a:rPr lang="en-US" sz="16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 new Image loads in the background and onload builds the card.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6238280"/>
            <a:ext cx="11002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Vision Pro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2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Gallery and viewer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71309"/>
            <a:ext cx="3386667" cy="1854134"/>
          </a:xfrm>
          <a:prstGeom prst="roundRect">
            <a:avLst>
              <a:gd name="adj" fmla="val 548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925309"/>
            <a:ext cx="296502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 card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800" y="2275815"/>
            <a:ext cx="2965027" cy="1021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Each image sits in a card with a Download button and its final prompt text. prepend puts the newest card first.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02667" y="1671309"/>
            <a:ext cx="3386667" cy="1854134"/>
          </a:xfrm>
          <a:prstGeom prst="roundRect">
            <a:avLst>
              <a:gd name="adj" fmla="val 548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656667" y="1925309"/>
            <a:ext cx="296502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7C3AE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Modal viewer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56667" y="2275815"/>
            <a:ext cx="2965027" cy="77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Clicking an image opens a dark full-screen overlay. The close button hides it again.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92534" y="1671309"/>
            <a:ext cx="3386667" cy="1854134"/>
          </a:xfrm>
          <a:prstGeom prst="roundRect">
            <a:avLst>
              <a:gd name="adj" fmla="val 548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246534" y="1925309"/>
            <a:ext cx="296502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Helper buttons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46534" y="2275815"/>
            <a:ext cx="2965027" cy="77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Copy uses the clipboard API. Clear empties the gallery. Random picks from eight ideas.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11002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Vision Pro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Technology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684009"/>
          <a:ext cx="10553700" cy="3204898"/>
        </p:xfrm>
        <a:graphic>
          <a:graphicData uri="http://schemas.openxmlformats.org/drawingml/2006/table">
            <a:tbl>
              <a:tblPr/>
              <a:tblGrid>
                <a:gridCol w="5276850"/>
                <a:gridCol w="5276850"/>
              </a:tblGrid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E2E8F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Layer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9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E2E8F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What is used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525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93A"/>
                    </a:solidFill>
                  </a:tcPr>
                </a:tc>
              </a:tr>
              <a:tr h="723768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Structure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HTML5 with a navbar, hero, controls, gallery and modal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3768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Styling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CSS gradients, glassmorphism blur, grid, media queries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Logic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Vanilla JavaScript with DOM events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Font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Poppins from Google Fonts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Images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Pollinations AI image URL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38280"/>
            <a:ext cx="11002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Vision Pro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2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Limitations and next steps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71309"/>
            <a:ext cx="5181600" cy="1833827"/>
          </a:xfrm>
          <a:prstGeom prst="roundRect">
            <a:avLst>
              <a:gd name="adj" fmla="val 554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925309"/>
            <a:ext cx="4813808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Today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800" y="2301218"/>
            <a:ext cx="481380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error message if an image fails to load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66800" y="2651720"/>
            <a:ext cx="481380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Download only opens a new tab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66800" y="3002229"/>
            <a:ext cx="481380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text is inserted without escaping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97600" y="1671309"/>
            <a:ext cx="5181600" cy="1833827"/>
          </a:xfrm>
          <a:prstGeom prst="roundRect">
            <a:avLst>
              <a:gd name="adj" fmla="val 554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51600" y="1925309"/>
            <a:ext cx="4813808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7C3AE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51600" y="2301218"/>
            <a:ext cx="481380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Add an onerror handler to hide the loader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51600" y="2651720"/>
            <a:ext cx="481380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Save real files with fetch and a blob link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51600" y="3002229"/>
            <a:ext cx="481380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Escape prompt text before display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11002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Vision Pro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 cases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71309"/>
            <a:ext cx="5181600" cy="1107414"/>
          </a:xfrm>
          <a:prstGeom prst="roundRect">
            <a:avLst>
              <a:gd name="adj" fmla="val 9175"/>
            </a:avLst>
          </a:prstGeom>
          <a:solidFill>
            <a:srgbClr val="1E1B4B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925309"/>
            <a:ext cx="4813808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Learning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800" y="2275818"/>
            <a:ext cx="481380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beginner project for HTML, CSS and JavaScript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97600" y="1671309"/>
            <a:ext cx="5181600" cy="1107414"/>
          </a:xfrm>
          <a:prstGeom prst="roundRect">
            <a:avLst>
              <a:gd name="adj" fmla="val 9175"/>
            </a:avLst>
          </a:prstGeom>
          <a:solidFill>
            <a:srgbClr val="1E1B4B"/>
          </a:solidFill>
          <a:ln/>
        </p:spPr>
      </p:sp>
      <p:sp>
        <p:nvSpPr>
          <p:cNvPr id="7" name="Text 5"/>
          <p:cNvSpPr/>
          <p:nvPr/>
        </p:nvSpPr>
        <p:spPr>
          <a:xfrm>
            <a:off x="6451600" y="1925309"/>
            <a:ext cx="4813808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Idea sketching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51600" y="2275818"/>
            <a:ext cx="481380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Quickly visualize concepts and moods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2800" y="2981920"/>
            <a:ext cx="5181600" cy="1107414"/>
          </a:xfrm>
          <a:prstGeom prst="roundRect">
            <a:avLst>
              <a:gd name="adj" fmla="val 9175"/>
            </a:avLst>
          </a:prstGeom>
          <a:solidFill>
            <a:srgbClr val="1E1B4B"/>
          </a:solidFill>
          <a:ln/>
        </p:spPr>
      </p:sp>
      <p:sp>
        <p:nvSpPr>
          <p:cNvPr id="10" name="Text 8"/>
          <p:cNvSpPr/>
          <p:nvPr/>
        </p:nvSpPr>
        <p:spPr>
          <a:xfrm>
            <a:off x="1066800" y="3235920"/>
            <a:ext cx="4813808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A78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Content creation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66800" y="3586429"/>
            <a:ext cx="481380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Artwork for posts, covers and wallpapers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97600" y="2981920"/>
            <a:ext cx="5181600" cy="1107414"/>
          </a:xfrm>
          <a:prstGeom prst="roundRect">
            <a:avLst>
              <a:gd name="adj" fmla="val 9175"/>
            </a:avLst>
          </a:prstGeom>
          <a:solidFill>
            <a:srgbClr val="1E1B4B"/>
          </a:solidFill>
          <a:ln/>
        </p:spPr>
      </p:sp>
      <p:sp>
        <p:nvSpPr>
          <p:cNvPr id="13" name="Text 11"/>
          <p:cNvSpPr/>
          <p:nvPr/>
        </p:nvSpPr>
        <p:spPr>
          <a:xfrm>
            <a:off x="6451600" y="3235920"/>
            <a:ext cx="4813808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A78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Portfolio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51600" y="3586429"/>
            <a:ext cx="481380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polished UI to show in a web portfolio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11002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Vision Pro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2796580"/>
            <a:ext cx="10883392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Describe it. Generate it.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12800" y="367030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C7D2F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Vision Pro: a simple, polished starting point for AI art on the web.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Vision Pro">
  <a:themeElements>
    <a:clrScheme name="AI Vision Pro">
      <a:dk1>
        <a:srgbClr val="0F172A"/>
      </a:dk1>
      <a:lt1>
        <a:srgbClr val="E2E8F0"/>
      </a:lt1>
      <a:dk2>
        <a:srgbClr val="242C3E"/>
      </a:dk2>
      <a:lt2>
        <a:srgbClr val="ADB4BF"/>
      </a:lt2>
      <a:accent1>
        <a:srgbClr val="1E1B4B"/>
      </a:accent1>
      <a:accent2>
        <a:srgbClr val="38BDF8"/>
      </a:accent2>
      <a:accent3>
        <a:srgbClr val="64748B"/>
      </a:accent3>
      <a:accent4>
        <a:srgbClr val="A78BFA"/>
      </a:accent4>
      <a:accent5>
        <a:srgbClr val="0284C7"/>
      </a:accent5>
      <a:accent6>
        <a:srgbClr val="7C3AED"/>
      </a:accent6>
      <a:hlink>
        <a:srgbClr val="0563C1"/>
      </a:hlink>
      <a:folHlink>
        <a:srgbClr val="954F72"/>
      </a:folHlink>
    </a:clrScheme>
    <a:fontScheme name="AI Vision Pro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Vision Pro</dc:title>
  <dc:subject/>
  <dc:creator/>
  <cp:lastModifiedBy/>
  <cp:revision>1</cp:revision>
  <dcterms:created xsi:type="dcterms:W3CDTF">2026-10-02T11:19:09Z</dcterms:created>
  <dcterms:modified xsi:type="dcterms:W3CDTF">2026-10-02T11:19:09Z</dcterms:modified>
</cp:coreProperties>
</file>